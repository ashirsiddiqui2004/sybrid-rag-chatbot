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Dual-Domain Bilingual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RAG Chatbot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question-answering over medical and e-commerce data,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English, Urdu, and Roman Urdu.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784080" y="160020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784080" y="23774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2377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اردو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784080" y="315468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0" y="3154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Ashir Siddiqui   •   Sybrid Internship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 interface that answers questions from two separate knowledge bases — and every answer is grounded in the data, not the model's own memory.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Medical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 (NIH)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14,979 cleaned Q&amp;A pairs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causes, treatments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8F8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2860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9808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E-commerce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catalog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12,625 cleaned products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brands, prices, specs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98448" y="4315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98448" y="4626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Urdu, Roman Urdu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343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041648" y="4315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41648" y="4626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follow-ups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343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784848" y="4315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4626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its sources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4343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869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528048" y="4315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28048" y="4626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out-of-scope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Retrieval-Augmented Generation (RAG)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language;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English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7752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23E4A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63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question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vector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21208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49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 ChromaDB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9752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49808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23E4A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35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45752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78408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921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212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 the user's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with sources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" y="46177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70" dirty="0"/>
          </a:p>
        </p:txBody>
      </p:sp>
      <p:sp>
        <p:nvSpPr>
          <p:cNvPr id="31" name="Text 29"/>
          <p:cNvSpPr/>
          <p:nvPr/>
        </p:nvSpPr>
        <p:spPr>
          <a:xfrm>
            <a:off x="1965960" y="4526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Grounding is enforced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965960" y="49560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answer ONLY from retrieved documents. If the answer isn't there, it says so — instead of guessing. This is what prevents hallucination.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Under the hood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 via Groq (Llama 3.3 for Roman Urdu)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86000" y="2212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MiniLM (Urdu + English)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7797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86000" y="2779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one store per domain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33467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286000" y="3346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Vector, MMR, and score-threshold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28600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023E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challenge solved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reliable Roman Urdu answers.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asked to reply in Roman Urdu, the main model kept drifting into Hindi (Devanagari) script instead.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337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just the Roman Urdu translation to Llama 3.3 70B, which handles romanization well. Each step uses the best model for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0A55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5902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590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18120" y="4572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45902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4590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18320" y="4572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46920" y="45902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646920" y="4590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Urdu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50109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→  search in English  →  answer back in Roman Urdu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 we know it's grounded?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verify every answer comes from the dataset — not the model's training.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0A556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Show the chunks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exact retrieved documents next to each answer.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0A556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Trace to source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any answer to its row in the CSV — decisive for rare entries.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0A5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2860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Honest refusal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"capital of France" — proving it only uses the dataset.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trilingual, dual-domain assistant — with verifiable answers.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2026-07-20T09:25:54Z</dcterms:created>
  <dcterms:modified xsi:type="dcterms:W3CDTF">2026-07-20T09:25:54Z</dcterms:modified>
</cp:coreProperties>
</file>